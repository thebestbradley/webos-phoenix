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docProps/core.xml" ContentType="application/vnd.openxmlformats-package.core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9144000" cy="5143500"/>
  <p:notesSz cx="51435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slide" Target="slides/slide2.xml"/>
<Relationship Id="rId4" Type="http://schemas.openxmlformats.org/officeDocument/2006/relationships/slide" Target="slides/slide3.xml"/>
<Relationship Id="rId5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>
            <p:ph type="ctrTitle"/>
          </p:nvPr>
        </p:nvSpPr>
        <p:spPr>
          <a:xfrm>
            <a:off x="457200" y="1600000"/>
            <a:ext cx="82296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4000" b="1" dirty="0">
                <a:solidFill>
                  <a:srgbClr val="FFFFFF"/>
                </a:solidFill>
              </a:rPr>
              <a:t>webOS Phoenix roadmap</a:t>
            </a:r>
          </a:p>
        </p:txBody>
      </p:sp>
      <p:sp>
        <p:nvSpPr>
          <p:cNvPr id="3" name="Subtitle"/>
          <p:cNvSpPr txBox="1"/>
          <p:nvPr>
            <p:ph type="subTitle"/>
          </p:nvPr>
        </p:nvSpPr>
        <p:spPr>
          <a:xfrm>
            <a:off x="457200" y="2600000"/>
            <a:ext cx="8229600" cy="6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2400" dirty="0">
                <a:solidFill>
                  <a:srgbClr val="C8D6E8"/>
                </a:solidFill>
              </a:rPr>
              <a:t>Autumn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>
            <p:ph type="title"/>
          </p:nvPr>
        </p:nvSpPr>
        <p:spPr>
          <a:xfrm>
            <a:off x="457200" y="300000"/>
            <a:ext cx="8229600" cy="7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200" b="1" dirty="0">
                <a:solidFill>
                  <a:srgbClr val="1F3A5F"/>
                </a:solidFill>
              </a:rPr>
              <a:t>Done this quarter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57200" y="1200000"/>
            <a:ext cx="8229600" cy="3400000"/>
          </a:xfrm>
          <a:prstGeom prst="rect">
            <a:avLst/>
          </a:prstGeom>
          <a:noFill/>
        </p:spPr>
        <p:txBody>
          <a:bodyPr wrap="square"/>
          <a:lstStyle/>
          <a:p>
            <a:pPr marL="285750" indent="-285750">
              <a:buChar char="•"/>
            </a:pPr>
            <a:r>
              <a:rPr lang="en-US" sz="2200" dirty="0">
                <a:solidFill>
                  <a:srgbClr val="333333"/>
                </a:solidFill>
              </a:rPr>
              <a:t>Tasks with reminders on the activity manager</a:t>
            </a:r>
          </a:p>
          <a:p>
            <a:pPr marL="285750" indent="-285750">
              <a:buChar char="•"/>
            </a:pPr>
            <a:r>
              <a:rPr lang="en-US" sz="2200" dirty="0">
                <a:solidFill>
                  <a:srgbClr val="333333"/>
                </a:solidFill>
              </a:rPr>
              <a:t>Voice Memos with on-device transcription</a:t>
            </a:r>
          </a:p>
          <a:p>
            <a:pPr marL="285750" indent="-285750">
              <a:buChar char="•"/>
            </a:pPr>
            <a:r>
              <a:rPr lang="en-US" sz="2200" dirty="0">
                <a:solidFill>
                  <a:srgbClr val="333333"/>
                </a:solidFill>
              </a:rPr>
              <a:t>Videos, Podcasts, PDF View and Doc 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>
            <p:ph type="title"/>
          </p:nvPr>
        </p:nvSpPr>
        <p:spPr>
          <a:xfrm>
            <a:off x="457200" y="300000"/>
            <a:ext cx="8229600" cy="7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200" b="1" dirty="0">
                <a:solidFill>
                  <a:srgbClr val="1F3A5F"/>
                </a:solidFill>
              </a:rPr>
              <a:t>Next: the harbor release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57200" y="1200000"/>
            <a:ext cx="4300000" cy="3400000"/>
          </a:xfrm>
          <a:prstGeom prst="rect">
            <a:avLst/>
          </a:prstGeom>
          <a:noFill/>
        </p:spPr>
        <p:txBody>
          <a:bodyPr wrap="square"/>
          <a:lstStyle/>
          <a:p>
            <a:pPr marL="285750" indent="-285750">
              <a:buChar char="•"/>
            </a:pPr>
            <a:r>
              <a:rPr lang="en-US" sz="2200" dirty="0">
                <a:solidFill>
                  <a:srgbClr val="333333"/>
                </a:solidFill>
              </a:rPr>
              <a:t>Maps on OpenStreetMap</a:t>
            </a:r>
          </a:p>
          <a:p>
            <a:pPr marL="285750" indent="-285750">
              <a:buChar char="•"/>
            </a:pPr>
            <a:r>
              <a:rPr lang="en-US" sz="2200" dirty="0">
                <a:solidFill>
                  <a:srgbClr val="333333"/>
                </a:solidFill>
              </a:rPr>
              <a:t>A now-playing dashboard</a:t>
            </a:r>
          </a:p>
          <a:p>
            <a:pPr marL="285750" indent="-285750">
              <a:buChar char="•"/>
            </a:pPr>
            <a:r>
              <a:rPr lang="en-US" sz="2200" dirty="0">
                <a:solidFill>
                  <a:srgbClr val="333333"/>
                </a:solidFill>
              </a:rPr>
              <a:t>CalDAV sync for Tasks</a:t>
            </a:r>
          </a:p>
        </p:txBody>
      </p:sp>
      <p:pic>
        <p:nvPicPr>
          <p:cNvPr id="4" name="Pict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000" y="1200000"/>
            <a:ext cx="3600000" cy="270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hoenix">
  <a:themeElements>
    <a:clrScheme name="Phoenix">
      <a:dk1>
        <a:srgbClr val="000000"/>
      </a:dk1>
      <a:lt1>
        <a:srgbClr val="FFFFFF"/>
      </a:lt1>
      <a:dk2>
        <a:srgbClr val="1F3A5F"/>
      </a:dk2>
      <a:lt2>
        <a:srgbClr val="EEECE1"/>
      </a:lt2>
      <a:accent1>
        <a:srgbClr val="3B8FD6"/>
      </a:accent1>
      <a:accent2>
        <a:srgbClr val="E07A1F"/>
      </a:accent2>
      <a:accent3>
        <a:srgbClr val="4A9A4F"/>
      </a:accent3>
      <a:accent4>
        <a:srgbClr val="7A4FC0"/>
      </a:accent4>
      <a:accent5>
        <a:srgbClr val="B8322A"/>
      </a:accent5>
      <a:accent6>
        <a:srgbClr val="E0A23A"/>
      </a:accent6>
      <a:hlink>
        <a:srgbClr val="0563C1"/>
      </a:hlink>
      <a:folHlink>
        <a:srgbClr val="954F72"/>
      </a:folHlink>
    </a:clrScheme>
    <a:fontScheme name="Phoenix">
      <a:majorFont>
        <a:latin typeface="Liberation Sans"/>
        <a:ea typeface=""/>
        <a:cs typeface=""/>
      </a:majorFont>
      <a:minorFont>
        <a:latin typeface="Liberation Sans"/>
        <a:ea typeface=""/>
        <a:cs typeface=""/>
      </a:minorFont>
    </a:fontScheme>
    <a:fmtScheme name="Phoeni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webOS Phoenix roadmap</dc:title>
  <dc:creator>webOS Phoenix</dc:creator>
  <dc:rights>CC0 1.0</dc:rights>
  <dcterms:created xsi:type="dcterms:W3CDTF">2026-09-01T08:00:00Z</dcterms:created>
</cp:coreProperties>
</file>